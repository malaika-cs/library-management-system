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6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4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4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6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9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65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35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8827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82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16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18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1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1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E9E4716-C9E3-4103-AFE0-8DF292CE37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5D5A9-A83B-4D79-8D43-51632C28D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66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7860" y="457200"/>
            <a:ext cx="9144000" cy="181610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Narrow" panose="020B0606020202030204" pitchFamily="34" charset="0"/>
              </a:rPr>
              <a:t>PRESENTATION </a:t>
            </a:r>
            <a:br>
              <a:rPr lang="en-US" sz="4400" dirty="0">
                <a:latin typeface="Arial Narrow" panose="020B0606020202030204" pitchFamily="34" charset="0"/>
              </a:rPr>
            </a:br>
            <a:r>
              <a:rPr lang="en-US" sz="4400" dirty="0">
                <a:latin typeface="Arial Narrow" panose="020B0606020202030204" pitchFamily="34" charset="0"/>
              </a:rPr>
              <a:t>OBJECT ORIENTED PROGRAMMING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2005" y="2811420"/>
            <a:ext cx="8825658" cy="268641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</a:rPr>
              <a:t>Name:</a:t>
            </a:r>
            <a:br>
              <a:rPr lang="en-US" sz="4400" dirty="0">
                <a:solidFill>
                  <a:srgbClr val="00B0F0"/>
                </a:solidFill>
              </a:rPr>
            </a:br>
            <a:r>
              <a:rPr lang="en-US" sz="4400" dirty="0">
                <a:solidFill>
                  <a:srgbClr val="00B0F0"/>
                </a:solidFill>
              </a:rPr>
              <a:t>MALAIKA ZAHOOR</a:t>
            </a:r>
            <a:br>
              <a:rPr lang="en-US" sz="4400" dirty="0">
                <a:solidFill>
                  <a:srgbClr val="00B0F0"/>
                </a:solidFill>
              </a:rPr>
            </a:br>
            <a:r>
              <a:rPr lang="en-US" sz="4400" dirty="0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Submitted to:</a:t>
            </a:r>
          </a:p>
          <a:p>
            <a:pPr algn="l"/>
            <a:r>
              <a:rPr lang="en-US" sz="4400" dirty="0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Sir Adeel </a:t>
            </a:r>
            <a:r>
              <a:rPr lang="en-US" sz="4400" dirty="0" err="1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khalid</a:t>
            </a:r>
            <a:endParaRPr lang="en-US" sz="4400" dirty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5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Object-Oriented Programming (OOP) in</a:t>
            </a:r>
            <a:br>
              <a:rPr lang="en-US" sz="3200" dirty="0"/>
            </a:br>
            <a:r>
              <a:rPr lang="en-US" sz="3200" dirty="0"/>
              <a:t> Library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570" y="1539875"/>
            <a:ext cx="10515600" cy="4351338"/>
          </a:xfrm>
        </p:spPr>
        <p:txBody>
          <a:bodyPr/>
          <a:lstStyle/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Built with Java (Frontend) + Oracle (Backend)</a:t>
            </a:r>
          </a:p>
          <a:p>
            <a:r>
              <a:rPr lang="en-US" sz="1800" dirty="0"/>
              <a:t>Eclipse IDE</a:t>
            </a:r>
          </a:p>
          <a:p>
            <a:r>
              <a:rPr lang="en-US" sz="1800" dirty="0"/>
              <a:t>Key OOP Concepts Applied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21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OP (Object-oriented programming) Concepts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" y="468312"/>
            <a:ext cx="6062345" cy="453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va OOP(Object Oriented Programming) Concepts - GeeksforGee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468312"/>
            <a:ext cx="5522595" cy="4663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31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390" y="1270626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0" name="Rectangle 45"/>
          <p:cNvSpPr>
            <a:spLocks noChangeArrowheads="1"/>
          </p:cNvSpPr>
          <p:nvPr/>
        </p:nvSpPr>
        <p:spPr bwMode="auto">
          <a:xfrm>
            <a:off x="1512863" y="2135205"/>
            <a:ext cx="6613798" cy="2622181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6501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What is OOP?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Paradigm based on "objects" (data + methods).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Why OOP for LMS?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Modularity (e.g.,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Transaction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classes).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Reusability (inheritance for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Staff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/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Student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roles).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Encapsulation (secure data like passwords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4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750" y="1028677"/>
            <a:ext cx="6214696" cy="113061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OOP Pillars in LMS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59295"/>
            <a:ext cx="7872348" cy="368401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6501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Four Pillars with Examples: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Encapsulation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Private fields (e.g., 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User.password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) + public getters/setters.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Inheritance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→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Librarian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and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Member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Polymorphism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Overriding 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calculateFine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for different user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Abstraction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Abstract class 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DatabaseConnector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for Oracle DB operations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45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523" y="715352"/>
            <a:ext cx="10515600" cy="1325563"/>
          </a:xfrm>
        </p:spPr>
        <p:txBody>
          <a:bodyPr/>
          <a:lstStyle/>
          <a:p>
            <a:r>
              <a:rPr lang="en-US" b="1" dirty="0"/>
              <a:t> Class Diagram (UML)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76754" y="2500974"/>
            <a:ext cx="7801708" cy="3000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Classes: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Transaction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DatabaseManager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Relationships: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Composition: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Library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has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Inheritance: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→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Librarian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Code Snippet: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java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Copy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Download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abstract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username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Encapsulation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abstract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login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Abstraction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5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76400" y="1959464"/>
            <a:ext cx="10515600" cy="1325563"/>
          </a:xfrm>
        </p:spPr>
        <p:txBody>
          <a:bodyPr/>
          <a:lstStyle/>
          <a:p>
            <a:r>
              <a:rPr lang="en-US" b="1" dirty="0"/>
              <a:t>Key Java Classes in LMS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62482" y="2985297"/>
            <a:ext cx="8413653" cy="2754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Book.java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Properties: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bookId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title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author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User.java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(Abstract)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Subclasses: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Librarian.java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Member.java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DatabaseConnector.java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Singleton pattern for Oracle DB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Example: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java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Copy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Download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DatabaseConnector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static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Connection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conn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Singleton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static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Connection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getConnection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conn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conn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DriverManager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getConnection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/* Oracle URL */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40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56492" y="1334059"/>
            <a:ext cx="8581293" cy="243143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Polymorphism in Action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Scenario: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Fine calculation differs for </a:t>
            </a: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Member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vs </a:t>
            </a: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Menlo"/>
              </a:rPr>
              <a:t>Guest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java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494949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Copy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494949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525252"/>
                </a:solidFill>
                <a:effectLst/>
                <a:latin typeface="quote-cjk-patch"/>
              </a:rPr>
              <a:t>Download</a:t>
            </a:r>
            <a:endParaRPr kumimoji="0" lang="en-US" altLang="en-US" sz="1600" b="0" i="1" u="none" strike="noStrike" cap="none" normalizeH="0" baseline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In Member.java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@Override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double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calculateFine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daysOverdue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0.50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Rs 0.50/day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In Guest.java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@Override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double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calculateFine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daysOverdue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1.00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Rs 1.00/day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026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536</TotalTime>
  <Words>354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Narrow</vt:lpstr>
      <vt:lpstr>Century Gothic</vt:lpstr>
      <vt:lpstr>Menlo</vt:lpstr>
      <vt:lpstr>quote-cjk-patch</vt:lpstr>
      <vt:lpstr>Wingdings 3</vt:lpstr>
      <vt:lpstr>Ion</vt:lpstr>
      <vt:lpstr>PRESENTATION  OBJECT ORIENTED PROGRAMMING </vt:lpstr>
      <vt:lpstr>Object-Oriented Programming (OOP) in  Library Management System</vt:lpstr>
      <vt:lpstr>PowerPoint Presentation</vt:lpstr>
      <vt:lpstr>Key Points:</vt:lpstr>
      <vt:lpstr>OOP Pillars in LMS </vt:lpstr>
      <vt:lpstr> Class Diagram (UML) </vt:lpstr>
      <vt:lpstr>Key Java Classes in LMS 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OBJECT ORIENTED PROGRAMMING</dc:title>
  <dc:creator>Moorche</dc:creator>
  <cp:lastModifiedBy>User</cp:lastModifiedBy>
  <cp:revision>6</cp:revision>
  <dcterms:created xsi:type="dcterms:W3CDTF">2025-06-10T07:40:38Z</dcterms:created>
  <dcterms:modified xsi:type="dcterms:W3CDTF">2026-04-16T07:38:57Z</dcterms:modified>
</cp:coreProperties>
</file>