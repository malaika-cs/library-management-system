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66" r:id="rId2"/>
    <p:sldId id="267" r:id="rId3"/>
    <p:sldId id="257" r:id="rId4"/>
    <p:sldId id="258" r:id="rId5"/>
    <p:sldId id="260" r:id="rId6"/>
    <p:sldId id="261" r:id="rId7"/>
    <p:sldId id="262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08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81" d="100"/>
          <a:sy n="81" d="100"/>
        </p:scale>
        <p:origin x="68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3DB12-BF2C-4387-AC4D-E590D06F228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7C4D4-1FEA-47A9-89B5-485E66D8C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287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3DB12-BF2C-4387-AC4D-E590D06F228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7C4D4-1FEA-47A9-89B5-485E66D8C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77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3DB12-BF2C-4387-AC4D-E590D06F228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7C4D4-1FEA-47A9-89B5-485E66D8C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468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3DB12-BF2C-4387-AC4D-E590D06F228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7C4D4-1FEA-47A9-89B5-485E66D8C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590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3DB12-BF2C-4387-AC4D-E590D06F228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7C4D4-1FEA-47A9-89B5-485E66D8C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01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3DB12-BF2C-4387-AC4D-E590D06F228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7C4D4-1FEA-47A9-89B5-485E66D8C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523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3DB12-BF2C-4387-AC4D-E590D06F228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7C4D4-1FEA-47A9-89B5-485E66D8C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53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3DB12-BF2C-4387-AC4D-E590D06F228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7C4D4-1FEA-47A9-89B5-485E66D8C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429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3DB12-BF2C-4387-AC4D-E590D06F228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7C4D4-1FEA-47A9-89B5-485E66D8C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025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3DB12-BF2C-4387-AC4D-E590D06F228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7C4D4-1FEA-47A9-89B5-485E66D8C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61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3DB12-BF2C-4387-AC4D-E590D06F228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7C4D4-1FEA-47A9-89B5-485E66D8C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5226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3DB12-BF2C-4387-AC4D-E590D06F228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7C4D4-1FEA-47A9-89B5-485E66D8C5A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89095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3DB12-BF2C-4387-AC4D-E590D06F228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7C4D4-1FEA-47A9-89B5-485E66D8C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6285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3DB12-BF2C-4387-AC4D-E590D06F228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7C4D4-1FEA-47A9-89B5-485E66D8C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0849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3DB12-BF2C-4387-AC4D-E590D06F228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7C4D4-1FEA-47A9-89B5-485E66D8C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8619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3DB12-BF2C-4387-AC4D-E590D06F228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7C4D4-1FEA-47A9-89B5-485E66D8C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4257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3DB12-BF2C-4387-AC4D-E590D06F228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7C4D4-1FEA-47A9-89B5-485E66D8C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851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13DB12-BF2C-4387-AC4D-E590D06F228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7C4D4-1FEA-47A9-89B5-485E66D8C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5043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1326" y="-285751"/>
            <a:ext cx="10515600" cy="1128714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DATABASE SYSTEM   PRESENTATION </a:t>
            </a:r>
            <a:b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</a:br>
            <a:b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3924" y="250666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Name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Malaika Zahoor</a:t>
            </a:r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FA24B1-CS-072</a:t>
            </a:r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Submitted by </a:t>
            </a:r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Sir Adeel Khalid</a:t>
            </a:r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Project Name</a:t>
            </a:r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Library Management System</a:t>
            </a:r>
            <a:br>
              <a:rPr lang="en-US" dirty="0">
                <a:solidFill>
                  <a:srgbClr val="FFFF00"/>
                </a:solidFill>
              </a:rPr>
            </a:b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6535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00024"/>
            <a:ext cx="12192000" cy="691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047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 Diagram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1131" y="1885950"/>
            <a:ext cx="9796255" cy="475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923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28625"/>
            <a:ext cx="10515600" cy="1262063"/>
          </a:xfrm>
        </p:spPr>
        <p:txBody>
          <a:bodyPr>
            <a:normAutofit fontScale="90000"/>
          </a:bodyPr>
          <a:lstStyle/>
          <a:p>
            <a:r>
              <a:rPr lang="en-US" dirty="0"/>
              <a:t>ERD DIGRAM OVERVIEW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335871"/>
            <a:ext cx="1101481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Entities: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Author, Member, Books, Publisher, Library, Employee, Admin, Vendor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Relationships: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Author → Written by → Books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Books → Publish → Publisher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Books → Issue/receive → Employee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 → Add → Admin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→ Manage → Library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Books → Sales → Vendor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Cardinalities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shown as 1:M or 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:1</a:t>
            </a:r>
          </a:p>
        </p:txBody>
      </p:sp>
    </p:spTree>
    <p:extLst>
      <p:ext uri="{BB962C8B-B14F-4D97-AF65-F5344CB8AC3E}">
        <p14:creationId xmlns:p14="http://schemas.microsoft.com/office/powerpoint/2010/main" val="3685948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Tables in Oracle (Based on ERD)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Example Tables with SQL:</a:t>
            </a:r>
            <a:endParaRPr lang="en-US" dirty="0"/>
          </a:p>
          <a:p>
            <a:r>
              <a:rPr lang="en-US" b="1" dirty="0"/>
              <a:t>✅ Author Table</a:t>
            </a:r>
          </a:p>
          <a:p>
            <a:r>
              <a:rPr lang="en-US" dirty="0"/>
              <a:t>CREATE TABLE Author (</a:t>
            </a:r>
          </a:p>
          <a:p>
            <a:r>
              <a:rPr lang="en-US" dirty="0"/>
              <a:t>  </a:t>
            </a:r>
            <a:r>
              <a:rPr lang="en-US" dirty="0" err="1"/>
              <a:t>Author_Id</a:t>
            </a:r>
            <a:r>
              <a:rPr lang="en-US" dirty="0"/>
              <a:t> INT PRIMARY KEY,</a:t>
            </a:r>
          </a:p>
          <a:p>
            <a:r>
              <a:rPr lang="en-US" dirty="0"/>
              <a:t>  </a:t>
            </a:r>
            <a:r>
              <a:rPr lang="en-US" dirty="0" err="1"/>
              <a:t>Author_name</a:t>
            </a:r>
            <a:r>
              <a:rPr lang="en-US" dirty="0"/>
              <a:t> VARCHAR(50),</a:t>
            </a:r>
          </a:p>
          <a:p>
            <a:r>
              <a:rPr lang="en-US" dirty="0"/>
              <a:t>  </a:t>
            </a:r>
            <a:r>
              <a:rPr lang="en-US" dirty="0" err="1"/>
              <a:t>Author_Subject</a:t>
            </a:r>
            <a:r>
              <a:rPr lang="en-US" dirty="0"/>
              <a:t> VARCHAR(50),</a:t>
            </a:r>
          </a:p>
          <a:p>
            <a:r>
              <a:rPr lang="en-US" dirty="0"/>
              <a:t>  </a:t>
            </a:r>
            <a:r>
              <a:rPr lang="en-US" dirty="0" err="1"/>
              <a:t>Author_qualification</a:t>
            </a:r>
            <a:r>
              <a:rPr lang="en-US" dirty="0"/>
              <a:t> VARCHAR(50)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749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CREATE TABLE Member (</a:t>
            </a:r>
          </a:p>
          <a:p>
            <a:r>
              <a:rPr lang="en-US" dirty="0"/>
              <a:t>  </a:t>
            </a:r>
            <a:r>
              <a:rPr lang="en-US" dirty="0" err="1"/>
              <a:t>Mem_Id</a:t>
            </a:r>
            <a:r>
              <a:rPr lang="en-US" dirty="0"/>
              <a:t> INT PRIMARY KEY,</a:t>
            </a:r>
          </a:p>
          <a:p>
            <a:r>
              <a:rPr lang="en-US" dirty="0"/>
              <a:t>  </a:t>
            </a:r>
            <a:r>
              <a:rPr lang="en-US" dirty="0" err="1"/>
              <a:t>F_Name</a:t>
            </a:r>
            <a:r>
              <a:rPr lang="en-US" dirty="0"/>
              <a:t> VARCHAR(50),</a:t>
            </a:r>
          </a:p>
          <a:p>
            <a:r>
              <a:rPr lang="en-US" dirty="0"/>
              <a:t>  </a:t>
            </a:r>
            <a:r>
              <a:rPr lang="en-US" dirty="0" err="1"/>
              <a:t>L_Name</a:t>
            </a:r>
            <a:r>
              <a:rPr lang="en-US" dirty="0"/>
              <a:t> VARCHAR(50),</a:t>
            </a:r>
          </a:p>
          <a:p>
            <a:r>
              <a:rPr lang="en-US" dirty="0"/>
              <a:t>  Address VARCHAR(100),</a:t>
            </a:r>
          </a:p>
          <a:p>
            <a:r>
              <a:rPr lang="en-US" dirty="0"/>
              <a:t>  City VARCHAR(50),</a:t>
            </a:r>
          </a:p>
          <a:p>
            <a:r>
              <a:rPr lang="en-US" dirty="0"/>
              <a:t>  State VARCHAR(50),</a:t>
            </a:r>
          </a:p>
          <a:p>
            <a:r>
              <a:rPr lang="en-US" dirty="0"/>
              <a:t>  </a:t>
            </a:r>
            <a:r>
              <a:rPr lang="en-US" dirty="0" err="1"/>
              <a:t>Pin_code</a:t>
            </a:r>
            <a:r>
              <a:rPr lang="en-US" dirty="0"/>
              <a:t> VARCHAR(10),</a:t>
            </a:r>
          </a:p>
          <a:p>
            <a:r>
              <a:rPr lang="en-US" dirty="0"/>
              <a:t>  </a:t>
            </a:r>
            <a:r>
              <a:rPr lang="en-US" dirty="0" err="1"/>
              <a:t>Contact_no</a:t>
            </a:r>
            <a:r>
              <a:rPr lang="en-US" dirty="0"/>
              <a:t> VARCHAR(15),</a:t>
            </a:r>
          </a:p>
          <a:p>
            <a:r>
              <a:rPr lang="en-US" dirty="0"/>
              <a:t>  </a:t>
            </a:r>
            <a:r>
              <a:rPr lang="en-US" dirty="0" err="1"/>
              <a:t>Mem_type</a:t>
            </a:r>
            <a:r>
              <a:rPr lang="en-US" dirty="0"/>
              <a:t> VARCHAR(20)</a:t>
            </a:r>
          </a:p>
          <a:p>
            <a:r>
              <a:rPr lang="en-US" dirty="0"/>
              <a:t>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787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325" y="265112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THEN WE ADD SIMILAR CREATE TABLE STATEMENT FOR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724275" y="1287491"/>
            <a:ext cx="239841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Books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Publisher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Employee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Admin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Library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Vendor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684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Foreign Key Relationships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195762" y="1690688"/>
            <a:ext cx="7783221" cy="273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Books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references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Author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Publisher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Member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sends request to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Employee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Books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issued/received by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Employee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Library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managed by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Admin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Constraints used: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PRIMARY KEY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FOREIGN KEY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NOT NULL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475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ERD in Oracle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81025" y="1627189"/>
            <a:ext cx="8197501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 Used: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Oracle SQL Developer or any online ERD tool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all tables with primary &amp; foreign keys.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Added relationships with correct cardinality.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Mapped attributes and entity relationships.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202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rgbClr val="00B0F0"/>
                </a:solidFill>
              </a:rPr>
              <a:t>Summary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38137" y="1690688"/>
            <a:ext cx="9405139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 Diagram converted to real Oracle tables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Relationships properly maintained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Database ready for integration with OOP part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Used DBMS principles: normalization, relationships, keys</a:t>
            </a:r>
          </a:p>
        </p:txBody>
      </p:sp>
    </p:spTree>
    <p:extLst>
      <p:ext uri="{BB962C8B-B14F-4D97-AF65-F5344CB8AC3E}">
        <p14:creationId xmlns:p14="http://schemas.microsoft.com/office/powerpoint/2010/main" val="33655858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35</TotalTime>
  <Words>333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Narrow</vt:lpstr>
      <vt:lpstr>Arial Unicode MS</vt:lpstr>
      <vt:lpstr>Century Gothic</vt:lpstr>
      <vt:lpstr>Wingdings 3</vt:lpstr>
      <vt:lpstr>Ion</vt:lpstr>
      <vt:lpstr>   DATABASE SYSTEM   PRESENTATION    </vt:lpstr>
      <vt:lpstr>PowerPoint Presentation</vt:lpstr>
      <vt:lpstr>ER Diagram </vt:lpstr>
      <vt:lpstr>ERD DIGRAM OVERVIEW </vt:lpstr>
      <vt:lpstr>Creating Tables in Oracle (Based on ERD)</vt:lpstr>
      <vt:lpstr>Member Table</vt:lpstr>
      <vt:lpstr>THEN WE ADD SIMILAR CREATE TABLE STATEMENT FOR</vt:lpstr>
      <vt:lpstr>Foreign Key Relationships</vt:lpstr>
      <vt:lpstr>Creating ERD in Oracle</vt:lpstr>
      <vt:lpstr>Summary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MANAGEMENT SYSTEM</dc:title>
  <dc:creator>Moorche</dc:creator>
  <cp:lastModifiedBy>User</cp:lastModifiedBy>
  <cp:revision>6</cp:revision>
  <dcterms:created xsi:type="dcterms:W3CDTF">2025-06-10T06:49:28Z</dcterms:created>
  <dcterms:modified xsi:type="dcterms:W3CDTF">2026-04-16T08:06:17Z</dcterms:modified>
</cp:coreProperties>
</file>